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2.4 Compliance shall report all exceptions to SBP within seven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BPRD Circular No. 14 of 2026 - Agent Onboarding Controls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Control requirements</a:t>
            </a:r>
          </a:p>
          <a:p>
            <a:r>
              <a:t>2.1 Banks shall verify every agent through NADRA before onboarding.</a:t>
            </a:r>
          </a:p>
          <a:p>
            <a:r>
              <a:t>2.2 Branches must retain dual custody records for a minimum of five years.</a:t>
            </a:r>
          </a:p>
          <a:p>
            <a:r>
              <a:t>2.3 The vault limit prescribed in BPRD Circular No. 04 of 2019 shall stand withdrawn.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09600">
                <a:tc>
                  <a:txBody>
                    <a:bodyPr/>
                    <a:lstStyle/>
                    <a:p>
                      <a:r>
                        <a:t>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Banks shall reconcile every ATM cassette on the day of replenishment.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Regional offices shall review agent exception reports each month.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457200" y="457200"/>
            <a:ext cx="3657600" cy="2286000"/>
            <a:chOff x="457200" y="457200"/>
            <a:chExt cx="3657600" cy="2286000"/>
          </a:xfrm>
        </p:grpSpPr>
        <p:sp>
          <p:nvSpPr>
            <p:cNvPr id="2" name="TextBox 1"/>
            <p:cNvSpPr txBox="1"/>
            <p:nvPr/>
          </p:nvSpPr>
          <p:spPr>
            <a:xfrm>
              <a:off x="457200" y="4572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4.1 Banks shall obtain SBP approval before appointing a super agent.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57200" y="18288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4.2 Agent commission structures must be disclosed to the customer.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